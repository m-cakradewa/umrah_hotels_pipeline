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3.xml" ContentType="application/vnd.openxmlformats-officedocument.presentationml.notesSlid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notesSlides/notesSlide5.xml" ContentType="application/vnd.openxmlformats-officedocument.presentationml.notes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28824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986067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4410984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2581896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178294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187039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9813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657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83779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15210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9148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148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81C32-7918-9C94-EE96-ADFC435877D6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95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4900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812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CBE3D1-B4AE-935D-0905-1EAFBC7AB754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31150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88407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231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4FDCF-361B-7530-5CC3-8320FF5F8ECD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1198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5241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095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1DDAEC-8FA5-8731-163B-31F4021B6A9F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AD2E19-9CDC-C13F-4D11-FDFE5E1D869F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959788" name="Shape 1058"/>
          <p:cNvSpPr>
            <a:spLocks noChangeArrowheads="1" noGrp="1"/>
          </p:cNvSpPr>
          <p:nvPr userDrawn="1"/>
        </p:nvSpPr>
        <p:spPr bwMode="auto">
          <a:xfrm>
            <a:off x="8220990" y="1"/>
            <a:ext cx="3971005" cy="685746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874" y="0"/>
                </a:moveTo>
                <a:lnTo>
                  <a:pt x="3874" y="19794"/>
                </a:lnTo>
                <a:lnTo>
                  <a:pt x="3874" y="19794"/>
                </a:lnTo>
                <a:cubicBezTo>
                  <a:pt x="3874" y="19794"/>
                  <a:pt x="3932" y="19794"/>
                  <a:pt x="3932" y="19794"/>
                </a:cubicBezTo>
                <a:lnTo>
                  <a:pt x="3932" y="19794"/>
                </a:lnTo>
                <a:cubicBezTo>
                  <a:pt x="1759" y="19794"/>
                  <a:pt x="0" y="20605"/>
                  <a:pt x="0" y="21600"/>
                </a:cubicBezTo>
                <a:lnTo>
                  <a:pt x="0" y="21600"/>
                </a:lnTo>
                <a:cubicBezTo>
                  <a:pt x="0" y="22594"/>
                  <a:pt x="1759" y="23405"/>
                  <a:pt x="3932" y="23405"/>
                </a:cubicBezTo>
                <a:lnTo>
                  <a:pt x="3932" y="23405"/>
                </a:lnTo>
                <a:cubicBezTo>
                  <a:pt x="3932" y="23405"/>
                  <a:pt x="3874" y="23405"/>
                  <a:pt x="3874" y="23405"/>
                </a:cubicBezTo>
                <a:lnTo>
                  <a:pt x="3874" y="43200"/>
                </a:lnTo>
                <a:lnTo>
                  <a:pt x="43200" y="43200"/>
                </a:lnTo>
                <a:lnTo>
                  <a:pt x="43200" y="0"/>
                </a:lnTo>
                <a:lnTo>
                  <a:pt x="387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90438638" name="Shape 1102"/>
          <p:cNvSpPr>
            <a:spLocks noChangeArrowheads="1" noGrp="1"/>
          </p:cNvSpPr>
          <p:nvPr userDrawn="1"/>
        </p:nvSpPr>
        <p:spPr bwMode="auto">
          <a:xfrm>
            <a:off x="8400255" y="3356809"/>
            <a:ext cx="190499" cy="14524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0"/>
                </a:moveTo>
                <a:lnTo>
                  <a:pt x="43200" y="43200"/>
                </a:lnTo>
                <a:lnTo>
                  <a:pt x="0" y="21623"/>
                </a:lnTo>
                <a:lnTo>
                  <a:pt x="43200" y="0"/>
                </a:lnTo>
              </a:path>
            </a:pathLst>
          </a:custGeom>
          <a:solidFill>
            <a:srgbClr val="FFFFFF"/>
          </a:solidFill>
          <a:ln w="9524" cap="rnd">
            <a:solidFill>
              <a:srgbClr val="000000"/>
            </a:solidFill>
            <a:bevel/>
            <a:headEnd/>
            <a:tailEnd/>
          </a:ln>
        </p:spPr>
      </p:sp>
      <p:sp>
        <p:nvSpPr>
          <p:cNvPr id="2097721707" name="Text Placeholder 4"/>
          <p:cNvSpPr>
            <a:spLocks noGrp="1"/>
          </p:cNvSpPr>
          <p:nvPr>
            <p:ph type="subTitle" idx="1"/>
          </p:nvPr>
        </p:nvSpPr>
        <p:spPr bwMode="auto">
          <a:xfrm>
            <a:off x="8881393" y="2597939"/>
            <a:ext cx="2974883" cy="166158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171450" indent="-171450" algn="l">
              <a:buFont typeface="Arial"/>
              <a:buChar char="•"/>
              <a:defRPr sz="2000" b="1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464436140" name="Title 1"/>
          <p:cNvSpPr>
            <a:spLocks noGrp="1"/>
          </p:cNvSpPr>
          <p:nvPr>
            <p:ph type="title"/>
          </p:nvPr>
        </p:nvSpPr>
        <p:spPr bwMode="auto">
          <a:xfrm>
            <a:off x="623395" y="2569090"/>
            <a:ext cx="7383251" cy="1654020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84489650" name="Date Placeholder 10"/>
          <p:cNvSpPr>
            <a:spLocks noGrp="1"/>
          </p:cNvSpPr>
          <p:nvPr>
            <p:ph type="dt" sz="half" idx="15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699646100" name="Footer Placeholder 11"/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1765650" name="Slide Number Placeholder 12"/>
          <p:cNvSpPr>
            <a:spLocks noGrp="1"/>
          </p:cNvSpPr>
          <p:nvPr>
            <p:ph type="sldNum" sz="quarter" idx="17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9054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760275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391245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3902620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6896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118237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4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408001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7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9351432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3102402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8777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56961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15413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3830153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595438"/>
            <a:ext cx="5178986" cy="451484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6050153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7829576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50869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  <p:sp>
        <p:nvSpPr>
          <p:cNvPr id="988630735" name="Title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5205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15413" y="1535113"/>
            <a:ext cx="5181103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09651528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15413" y="2174874"/>
            <a:ext cx="518110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4387094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7" y="1535113"/>
            <a:ext cx="5183210" cy="6397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4542458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7" y="2174874"/>
            <a:ext cx="5183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1306133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05735981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95382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  <p:sp>
        <p:nvSpPr>
          <p:cNvPr id="1733251167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3979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6346480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07318759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13808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8047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616465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18672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620817" name="Title 1"/>
          <p:cNvSpPr>
            <a:spLocks noGrp="1"/>
          </p:cNvSpPr>
          <p:nvPr>
            <p:ph type="title"/>
          </p:nvPr>
        </p:nvSpPr>
        <p:spPr bwMode="auto">
          <a:xfrm>
            <a:off x="609610" y="273054"/>
            <a:ext cx="4011084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54312183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7827205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10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0395518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28881449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79897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35039" name="Title 1"/>
          <p:cNvSpPr>
            <a:spLocks noGrp="1"/>
          </p:cNvSpPr>
          <p:nvPr>
            <p:ph type="title"/>
          </p:nvPr>
        </p:nvSpPr>
        <p:spPr bwMode="auto">
          <a:xfrm>
            <a:off x="815413" y="4800603"/>
            <a:ext cx="1056117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0962176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815413" y="612778"/>
            <a:ext cx="10561173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07160869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15413" y="5367337"/>
            <a:ext cx="1056117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88427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7489119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459764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1676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7781540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259831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248323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89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49052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42"/>
            <a:ext cx="2743200" cy="5835649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7044299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42"/>
            <a:ext cx="8026399" cy="5835649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940420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0802276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72719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797618" name="Shape 1100"/>
          <p:cNvSpPr>
            <a:spLocks noChangeArrowheads="1" noGrp="1"/>
          </p:cNvSpPr>
          <p:nvPr userDrawn="1"/>
        </p:nvSpPr>
        <p:spPr bwMode="auto">
          <a:xfrm>
            <a:off x="3669" y="270"/>
            <a:ext cx="12184661" cy="6857460"/>
          </a:xfrm>
          <a:custGeom>
            <a:avLst/>
            <a:gdLst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1239 w 43199"/>
              <a:gd name="connsiteY2" fmla="*/ 21600 h 43200"/>
              <a:gd name="connsiteX3" fmla="*/ 43199 w 43199"/>
              <a:gd name="connsiteY3" fmla="*/ 19794 h 43200"/>
              <a:gd name="connsiteX4" fmla="*/ 43199 w 43199"/>
              <a:gd name="connsiteY4" fmla="*/ 19794 h 43200"/>
              <a:gd name="connsiteX5" fmla="*/ 43174 w 43199"/>
              <a:gd name="connsiteY5" fmla="*/ 19794 h 43200"/>
              <a:gd name="connsiteX6" fmla="*/ 43174 w 43199"/>
              <a:gd name="connsiteY6" fmla="*/ 0 h 43200"/>
              <a:gd name="connsiteX7" fmla="*/ 0 w 43199"/>
              <a:gd name="connsiteY7" fmla="*/ 0 h 43200"/>
              <a:gd name="connsiteX8" fmla="*/ 0 w 43199"/>
              <a:gd name="connsiteY8" fmla="*/ 43200 h 43200"/>
              <a:gd name="connsiteX9" fmla="*/ 43174 w 43199"/>
              <a:gd name="connsiteY9" fmla="*/ 43200 h 43200"/>
              <a:gd name="connsiteX10" fmla="*/ 43174 w 43199"/>
              <a:gd name="connsiteY10" fmla="*/ 23405 h 43200"/>
              <a:gd name="connsiteX11" fmla="*/ 43174 w 43199"/>
              <a:gd name="connsiteY11" fmla="*/ 23405 h 43200"/>
              <a:gd name="connsiteX12" fmla="*/ 43199 w 43199"/>
              <a:gd name="connsiteY12" fmla="*/ 23405 h 43200"/>
              <a:gd name="connsiteX0" fmla="*/ 43199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11" fmla="*/ 43199 w 43199"/>
              <a:gd name="connsiteY11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19794 h 43200"/>
              <a:gd name="connsiteX5" fmla="*/ 43174 w 43199"/>
              <a:gd name="connsiteY5" fmla="*/ 0 h 43200"/>
              <a:gd name="connsiteX6" fmla="*/ 0 w 43199"/>
              <a:gd name="connsiteY6" fmla="*/ 0 h 43200"/>
              <a:gd name="connsiteX7" fmla="*/ 0 w 43199"/>
              <a:gd name="connsiteY7" fmla="*/ 43200 h 43200"/>
              <a:gd name="connsiteX8" fmla="*/ 43174 w 43199"/>
              <a:gd name="connsiteY8" fmla="*/ 43200 h 43200"/>
              <a:gd name="connsiteX9" fmla="*/ 43174 w 43199"/>
              <a:gd name="connsiteY9" fmla="*/ 23405 h 43200"/>
              <a:gd name="connsiteX10" fmla="*/ 43174 w 43199"/>
              <a:gd name="connsiteY10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9" fmla="*/ 43174 w 43199"/>
              <a:gd name="connsiteY9" fmla="*/ 23405 h 43200"/>
              <a:gd name="connsiteX0" fmla="*/ 43174 w 43199"/>
              <a:gd name="connsiteY0" fmla="*/ 23405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8" fmla="*/ 43174 w 43199"/>
              <a:gd name="connsiteY8" fmla="*/ 23405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99 w 43199"/>
              <a:gd name="connsiteY3" fmla="*/ 19794 h 43200"/>
              <a:gd name="connsiteX4" fmla="*/ 43174 w 43199"/>
              <a:gd name="connsiteY4" fmla="*/ 0 h 43200"/>
              <a:gd name="connsiteX5" fmla="*/ 0 w 43199"/>
              <a:gd name="connsiteY5" fmla="*/ 0 h 43200"/>
              <a:gd name="connsiteX6" fmla="*/ 0 w 43199"/>
              <a:gd name="connsiteY6" fmla="*/ 43200 h 43200"/>
              <a:gd name="connsiteX7" fmla="*/ 43174 w 43199"/>
              <a:gd name="connsiteY7" fmla="*/ 43200 h 43200"/>
              <a:gd name="connsiteX0" fmla="*/ 43174 w 43199"/>
              <a:gd name="connsiteY0" fmla="*/ 43200 h 43200"/>
              <a:gd name="connsiteX1" fmla="*/ 43199 w 43199"/>
              <a:gd name="connsiteY1" fmla="*/ 23405 h 43200"/>
              <a:gd name="connsiteX2" fmla="*/ 43199 w 43199"/>
              <a:gd name="connsiteY2" fmla="*/ 19794 h 43200"/>
              <a:gd name="connsiteX3" fmla="*/ 43174 w 43199"/>
              <a:gd name="connsiteY3" fmla="*/ 0 h 43200"/>
              <a:gd name="connsiteX4" fmla="*/ 0 w 43199"/>
              <a:gd name="connsiteY4" fmla="*/ 0 h 43200"/>
              <a:gd name="connsiteX5" fmla="*/ 0 w 43199"/>
              <a:gd name="connsiteY5" fmla="*/ 43200 h 43200"/>
              <a:gd name="connsiteX6" fmla="*/ 43174 w 43199"/>
              <a:gd name="connsiteY6" fmla="*/ 43200 h 43200"/>
              <a:gd name="connsiteX0" fmla="*/ 43174 w 46380"/>
              <a:gd name="connsiteY0" fmla="*/ 43200 h 43200"/>
              <a:gd name="connsiteX1" fmla="*/ 43199 w 46380"/>
              <a:gd name="connsiteY1" fmla="*/ 19794 h 43200"/>
              <a:gd name="connsiteX2" fmla="*/ 43174 w 46380"/>
              <a:gd name="connsiteY2" fmla="*/ 0 h 43200"/>
              <a:gd name="connsiteX3" fmla="*/ 0 w 46380"/>
              <a:gd name="connsiteY3" fmla="*/ 0 h 43200"/>
              <a:gd name="connsiteX4" fmla="*/ 0 w 46380"/>
              <a:gd name="connsiteY4" fmla="*/ 43200 h 43200"/>
              <a:gd name="connsiteX5" fmla="*/ 43174 w 46380"/>
              <a:gd name="connsiteY5" fmla="*/ 43200 h 43200"/>
              <a:gd name="connsiteX0" fmla="*/ 43174 w 43199"/>
              <a:gd name="connsiteY0" fmla="*/ 43200 h 43200"/>
              <a:gd name="connsiteX1" fmla="*/ 43199 w 43199"/>
              <a:gd name="connsiteY1" fmla="*/ 19794 h 43200"/>
              <a:gd name="connsiteX2" fmla="*/ 43174 w 43199"/>
              <a:gd name="connsiteY2" fmla="*/ 0 h 43200"/>
              <a:gd name="connsiteX3" fmla="*/ 0 w 43199"/>
              <a:gd name="connsiteY3" fmla="*/ 0 h 43200"/>
              <a:gd name="connsiteX4" fmla="*/ 0 w 43199"/>
              <a:gd name="connsiteY4" fmla="*/ 43200 h 43200"/>
              <a:gd name="connsiteX5" fmla="*/ 43174 w 43199"/>
              <a:gd name="connsiteY5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  <a:gd name="connsiteX0" fmla="*/ 43174 w 43174"/>
              <a:gd name="connsiteY0" fmla="*/ 43200 h 43200"/>
              <a:gd name="connsiteX1" fmla="*/ 43174 w 43174"/>
              <a:gd name="connsiteY1" fmla="*/ 0 h 43200"/>
              <a:gd name="connsiteX2" fmla="*/ 0 w 43174"/>
              <a:gd name="connsiteY2" fmla="*/ 0 h 43200"/>
              <a:gd name="connsiteX3" fmla="*/ 0 w 43174"/>
              <a:gd name="connsiteY3" fmla="*/ 43200 h 43200"/>
              <a:gd name="connsiteX4" fmla="*/ 43174 w 43174"/>
              <a:gd name="connsiteY4" fmla="*/ 43200 h 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74" h="43200" fill="norm" stroke="0" extrusionOk="0">
                <a:moveTo>
                  <a:pt x="43174" y="43200"/>
                </a:moveTo>
                <a:lnTo>
                  <a:pt x="43174" y="0"/>
                </a:lnTo>
                <a:lnTo>
                  <a:pt x="0" y="0"/>
                </a:lnTo>
                <a:lnTo>
                  <a:pt x="0" y="43200"/>
                </a:lnTo>
                <a:lnTo>
                  <a:pt x="43174" y="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04444253" name="Shape 1103"/>
          <p:cNvSpPr>
            <a:spLocks noChangeArrowheads="1" noGrp="1"/>
          </p:cNvSpPr>
          <p:nvPr userDrawn="1"/>
        </p:nvSpPr>
        <p:spPr bwMode="auto">
          <a:xfrm>
            <a:off x="183165" y="101751"/>
            <a:ext cx="7789614" cy="58578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9"/>
                  <a:pt x="33448" y="43199"/>
                  <a:pt x="21600" y="43199"/>
                </a:cubicBezTo>
                <a:lnTo>
                  <a:pt x="21600" y="43199"/>
                </a:lnTo>
                <a:cubicBezTo>
                  <a:pt x="9749" y="43199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600" y="0"/>
                </a:cubicBezTo>
                <a:lnTo>
                  <a:pt x="21600" y="0"/>
                </a:lnTo>
                <a:cubicBezTo>
                  <a:pt x="33448" y="0"/>
                  <a:pt x="43199" y="9750"/>
                  <a:pt x="43199" y="21599"/>
                </a:cubicBezTo>
              </a:path>
            </a:pathLst>
          </a:custGeom>
          <a:solidFill>
            <a:srgbClr val="FFFFFF">
              <a:alpha val="156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62820329" name="Shape 1104"/>
          <p:cNvSpPr>
            <a:spLocks noChangeArrowheads="1" noGrp="1"/>
          </p:cNvSpPr>
          <p:nvPr userDrawn="1"/>
        </p:nvSpPr>
        <p:spPr bwMode="auto">
          <a:xfrm>
            <a:off x="244971" y="130323"/>
            <a:ext cx="7610403" cy="572343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313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88601563" name="Shape 1105"/>
          <p:cNvSpPr>
            <a:spLocks noChangeArrowheads="1" noGrp="1"/>
          </p:cNvSpPr>
          <p:nvPr userDrawn="1"/>
        </p:nvSpPr>
        <p:spPr bwMode="auto">
          <a:xfrm>
            <a:off x="306493" y="159054"/>
            <a:ext cx="7431757" cy="55888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50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50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83495572" name="Shape 1106"/>
          <p:cNvSpPr>
            <a:spLocks noChangeArrowheads="1" noGrp="1"/>
          </p:cNvSpPr>
          <p:nvPr userDrawn="1"/>
        </p:nvSpPr>
        <p:spPr bwMode="auto">
          <a:xfrm>
            <a:off x="368021" y="187787"/>
            <a:ext cx="7252827" cy="54543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7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7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627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35968891" name="Shape 1107"/>
          <p:cNvSpPr>
            <a:spLocks noChangeArrowheads="1" noGrp="1"/>
          </p:cNvSpPr>
          <p:nvPr userDrawn="1"/>
        </p:nvSpPr>
        <p:spPr bwMode="auto">
          <a:xfrm>
            <a:off x="429541" y="216360"/>
            <a:ext cx="7074181" cy="5319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8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51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51"/>
                  <a:pt x="9751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04252574" name="Shape 1108"/>
          <p:cNvSpPr>
            <a:spLocks noChangeArrowheads="1" noGrp="1"/>
          </p:cNvSpPr>
          <p:nvPr userDrawn="1"/>
        </p:nvSpPr>
        <p:spPr bwMode="auto">
          <a:xfrm>
            <a:off x="491347" y="245090"/>
            <a:ext cx="6894970" cy="51853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941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73233748" name="Shape 1109"/>
          <p:cNvSpPr>
            <a:spLocks noChangeArrowheads="1" noGrp="1"/>
          </p:cNvSpPr>
          <p:nvPr userDrawn="1"/>
        </p:nvSpPr>
        <p:spPr bwMode="auto">
          <a:xfrm>
            <a:off x="552877" y="273821"/>
            <a:ext cx="6716041" cy="505071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49" y="43199"/>
                  <a:pt x="21600" y="43199"/>
                </a:cubicBezTo>
                <a:lnTo>
                  <a:pt x="21600" y="43199"/>
                </a:lnTo>
                <a:cubicBezTo>
                  <a:pt x="9750" y="43199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8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8"/>
                  <a:pt x="43200" y="21600"/>
                </a:cubicBezTo>
              </a:path>
            </a:pathLst>
          </a:custGeom>
          <a:solidFill>
            <a:srgbClr val="FFFFFF">
              <a:alpha val="1098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56788273" name="Shape 1110"/>
          <p:cNvSpPr>
            <a:spLocks noChangeArrowheads="1" noGrp="1"/>
          </p:cNvSpPr>
          <p:nvPr userDrawn="1"/>
        </p:nvSpPr>
        <p:spPr bwMode="auto">
          <a:xfrm>
            <a:off x="614397" y="302395"/>
            <a:ext cx="6537394" cy="49162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199" y="9751"/>
                  <a:pt x="43199" y="21600"/>
                </a:cubicBezTo>
              </a:path>
            </a:pathLst>
          </a:custGeom>
          <a:solidFill>
            <a:srgbClr val="FFFFFF">
              <a:alpha val="1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39890126" name="Shape 1111"/>
          <p:cNvSpPr>
            <a:spLocks noChangeArrowheads="1" noGrp="1"/>
          </p:cNvSpPr>
          <p:nvPr userDrawn="1"/>
        </p:nvSpPr>
        <p:spPr bwMode="auto">
          <a:xfrm>
            <a:off x="676203" y="331128"/>
            <a:ext cx="6358183" cy="4781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199"/>
                  <a:pt x="21598" y="43199"/>
                </a:cubicBezTo>
                <a:lnTo>
                  <a:pt x="21598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8" y="0"/>
                </a:cubicBezTo>
                <a:lnTo>
                  <a:pt x="21598" y="0"/>
                </a:lnTo>
                <a:cubicBezTo>
                  <a:pt x="33449" y="0"/>
                  <a:pt x="43199" y="9750"/>
                  <a:pt x="43199" y="21600"/>
                </a:cubicBezTo>
              </a:path>
            </a:pathLst>
          </a:custGeom>
          <a:solidFill>
            <a:srgbClr val="FFFFFF">
              <a:alpha val="1411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07110916" name="Shape 1112"/>
          <p:cNvSpPr>
            <a:spLocks noChangeArrowheads="1" noGrp="1"/>
          </p:cNvSpPr>
          <p:nvPr userDrawn="1"/>
        </p:nvSpPr>
        <p:spPr bwMode="auto">
          <a:xfrm>
            <a:off x="737731" y="359857"/>
            <a:ext cx="6179254" cy="464703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199"/>
                  <a:pt x="21599" y="43199"/>
                </a:cubicBezTo>
                <a:lnTo>
                  <a:pt x="21599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15686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3642094" name="Shape 1113"/>
          <p:cNvSpPr>
            <a:spLocks noChangeArrowheads="1" noGrp="1"/>
          </p:cNvSpPr>
          <p:nvPr userDrawn="1"/>
        </p:nvSpPr>
        <p:spPr bwMode="auto">
          <a:xfrm>
            <a:off x="799253" y="388590"/>
            <a:ext cx="6000607" cy="451243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17647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36776102" name="Shape 1114"/>
          <p:cNvSpPr>
            <a:spLocks noChangeArrowheads="1" noGrp="1"/>
          </p:cNvSpPr>
          <p:nvPr userDrawn="1"/>
        </p:nvSpPr>
        <p:spPr bwMode="auto">
          <a:xfrm>
            <a:off x="860777" y="417163"/>
            <a:ext cx="5821679" cy="437797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1921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21996927" name="Shape 1115"/>
          <p:cNvSpPr>
            <a:spLocks noChangeArrowheads="1" noGrp="1"/>
          </p:cNvSpPr>
          <p:nvPr userDrawn="1"/>
        </p:nvSpPr>
        <p:spPr bwMode="auto">
          <a:xfrm>
            <a:off x="922587" y="445894"/>
            <a:ext cx="5642750" cy="42435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48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8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0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53988979" name="Shape 1116"/>
          <p:cNvSpPr>
            <a:spLocks noChangeArrowheads="1" noGrp="1"/>
          </p:cNvSpPr>
          <p:nvPr userDrawn="1"/>
        </p:nvSpPr>
        <p:spPr bwMode="auto">
          <a:xfrm>
            <a:off x="984107" y="474624"/>
            <a:ext cx="5463821" cy="410891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8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199" y="9749"/>
                  <a:pt x="43199" y="21599"/>
                </a:cubicBezTo>
              </a:path>
            </a:pathLst>
          </a:custGeom>
          <a:solidFill>
            <a:srgbClr val="FFFFFF">
              <a:alpha val="2235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56688148" name="Shape 1117"/>
          <p:cNvSpPr>
            <a:spLocks noChangeArrowheads="1" noGrp="1"/>
          </p:cNvSpPr>
          <p:nvPr userDrawn="1"/>
        </p:nvSpPr>
        <p:spPr bwMode="auto">
          <a:xfrm>
            <a:off x="1045632" y="503197"/>
            <a:ext cx="5284893" cy="397446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50" y="43200"/>
                  <a:pt x="21599" y="43200"/>
                </a:cubicBezTo>
                <a:lnTo>
                  <a:pt x="21599" y="43200"/>
                </a:lnTo>
                <a:cubicBezTo>
                  <a:pt x="9751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51" y="0"/>
                  <a:pt x="21599" y="0"/>
                </a:cubicBezTo>
                <a:lnTo>
                  <a:pt x="21599" y="0"/>
                </a:lnTo>
                <a:cubicBezTo>
                  <a:pt x="33450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3921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372846672" name="Shape 1118"/>
          <p:cNvSpPr>
            <a:spLocks noChangeArrowheads="1" noGrp="1"/>
          </p:cNvSpPr>
          <p:nvPr userDrawn="1"/>
        </p:nvSpPr>
        <p:spPr bwMode="auto">
          <a:xfrm>
            <a:off x="1107443" y="531930"/>
            <a:ext cx="5105963" cy="383985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2549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5726917" name="Shape 1119"/>
          <p:cNvSpPr>
            <a:spLocks noChangeArrowheads="1" noGrp="1"/>
          </p:cNvSpPr>
          <p:nvPr userDrawn="1"/>
        </p:nvSpPr>
        <p:spPr bwMode="auto">
          <a:xfrm>
            <a:off x="1168963" y="560659"/>
            <a:ext cx="4927034" cy="37052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9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600"/>
                </a:cubicBezTo>
              </a:path>
            </a:pathLst>
          </a:custGeom>
          <a:solidFill>
            <a:srgbClr val="FFFFFF">
              <a:alpha val="2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11281897" name="Shape 1120"/>
          <p:cNvSpPr>
            <a:spLocks noChangeArrowheads="1" noGrp="1"/>
          </p:cNvSpPr>
          <p:nvPr userDrawn="1"/>
        </p:nvSpPr>
        <p:spPr bwMode="auto">
          <a:xfrm>
            <a:off x="2023254" y="5083093"/>
            <a:ext cx="1181945" cy="88892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4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33"/>
                  <a:pt x="33534" y="43200"/>
                  <a:pt x="21600" y="43200"/>
                </a:cubicBezTo>
                <a:lnTo>
                  <a:pt x="21600" y="43200"/>
                </a:lnTo>
                <a:cubicBezTo>
                  <a:pt x="9665" y="43200"/>
                  <a:pt x="0" y="33533"/>
                  <a:pt x="0" y="21599"/>
                </a:cubicBezTo>
                <a:lnTo>
                  <a:pt x="0" y="21599"/>
                </a:lnTo>
                <a:cubicBezTo>
                  <a:pt x="0" y="9673"/>
                  <a:pt x="9665" y="0"/>
                  <a:pt x="21600" y="0"/>
                </a:cubicBezTo>
                <a:close/>
              </a:path>
            </a:pathLst>
          </a:custGeom>
          <a:solidFill>
            <a:srgbClr val="FFFFFF">
              <a:alpha val="1176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26023889" name="Shape 1121"/>
          <p:cNvSpPr>
            <a:spLocks noChangeArrowheads="1" noGrp="1"/>
          </p:cNvSpPr>
          <p:nvPr userDrawn="1"/>
        </p:nvSpPr>
        <p:spPr bwMode="auto">
          <a:xfrm>
            <a:off x="2851007" y="4515765"/>
            <a:ext cx="1869157" cy="140562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6" y="0"/>
                </a:moveTo>
                <a:lnTo>
                  <a:pt x="21596" y="0"/>
                </a:lnTo>
                <a:cubicBezTo>
                  <a:pt x="33526" y="0"/>
                  <a:pt x="43200" y="9669"/>
                  <a:pt x="43200" y="21601"/>
                </a:cubicBezTo>
                <a:lnTo>
                  <a:pt x="43200" y="21601"/>
                </a:lnTo>
                <a:cubicBezTo>
                  <a:pt x="43200" y="33530"/>
                  <a:pt x="33526" y="43200"/>
                  <a:pt x="21596" y="43200"/>
                </a:cubicBezTo>
                <a:lnTo>
                  <a:pt x="21596" y="43200"/>
                </a:lnTo>
                <a:cubicBezTo>
                  <a:pt x="9673" y="43200"/>
                  <a:pt x="0" y="33530"/>
                  <a:pt x="0" y="21601"/>
                </a:cubicBezTo>
                <a:lnTo>
                  <a:pt x="0" y="21601"/>
                </a:lnTo>
                <a:cubicBezTo>
                  <a:pt x="0" y="9669"/>
                  <a:pt x="9673" y="0"/>
                  <a:pt x="21596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02436882" name="Shape 1124"/>
          <p:cNvSpPr>
            <a:spLocks noChangeArrowheads="1" noGrp="1"/>
          </p:cNvSpPr>
          <p:nvPr userDrawn="1"/>
        </p:nvSpPr>
        <p:spPr bwMode="auto">
          <a:xfrm>
            <a:off x="3037839" y="4457826"/>
            <a:ext cx="835941" cy="6287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30" y="0"/>
                  <a:pt x="43200" y="9672"/>
                  <a:pt x="43200" y="21604"/>
                </a:cubicBezTo>
                <a:lnTo>
                  <a:pt x="43200" y="21604"/>
                </a:lnTo>
                <a:cubicBezTo>
                  <a:pt x="43200" y="33525"/>
                  <a:pt x="33530" y="43200"/>
                  <a:pt x="21600" y="43200"/>
                </a:cubicBezTo>
                <a:lnTo>
                  <a:pt x="21600" y="43200"/>
                </a:lnTo>
                <a:cubicBezTo>
                  <a:pt x="9669" y="43200"/>
                  <a:pt x="0" y="33525"/>
                  <a:pt x="0" y="21604"/>
                </a:cubicBezTo>
                <a:lnTo>
                  <a:pt x="0" y="21604"/>
                </a:lnTo>
                <a:cubicBezTo>
                  <a:pt x="0" y="9672"/>
                  <a:pt x="9669" y="0"/>
                  <a:pt x="21600" y="0"/>
                </a:cubicBezTo>
                <a:close/>
              </a:path>
            </a:pathLst>
          </a:custGeom>
          <a:solidFill>
            <a:srgbClr val="FFFFFF">
              <a:alpha val="784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89703446" name="Shape 1125"/>
          <p:cNvSpPr>
            <a:spLocks noChangeArrowheads="1" noGrp="1"/>
          </p:cNvSpPr>
          <p:nvPr userDrawn="1"/>
        </p:nvSpPr>
        <p:spPr bwMode="auto">
          <a:xfrm>
            <a:off x="1015999" y="4613071"/>
            <a:ext cx="685800" cy="51557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27" y="0"/>
                  <a:pt x="43200" y="9668"/>
                  <a:pt x="43200" y="21599"/>
                </a:cubicBezTo>
                <a:lnTo>
                  <a:pt x="43200" y="21599"/>
                </a:lnTo>
                <a:cubicBezTo>
                  <a:pt x="43200" y="33530"/>
                  <a:pt x="33527" y="43200"/>
                  <a:pt x="21599" y="43200"/>
                </a:cubicBezTo>
                <a:lnTo>
                  <a:pt x="21599" y="43200"/>
                </a:lnTo>
                <a:cubicBezTo>
                  <a:pt x="9671" y="43200"/>
                  <a:pt x="0" y="33530"/>
                  <a:pt x="0" y="21599"/>
                </a:cubicBezTo>
                <a:lnTo>
                  <a:pt x="0" y="21599"/>
                </a:lnTo>
                <a:cubicBezTo>
                  <a:pt x="0" y="9668"/>
                  <a:pt x="9671" y="0"/>
                  <a:pt x="21599" y="0"/>
                </a:cubicBezTo>
                <a:close/>
              </a:path>
            </a:pathLst>
          </a:custGeom>
          <a:solidFill>
            <a:srgbClr val="FFFFFF">
              <a:alpha val="4509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3583800" name="Shape 1138"/>
          <p:cNvSpPr>
            <a:spLocks noChangeArrowheads="1" noGrp="1"/>
          </p:cNvSpPr>
          <p:nvPr userDrawn="1"/>
        </p:nvSpPr>
        <p:spPr bwMode="auto">
          <a:xfrm>
            <a:off x="2311403" y="4372901"/>
            <a:ext cx="796430" cy="5989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5"/>
                  <a:pt x="43200" y="21594"/>
                </a:cubicBezTo>
                <a:lnTo>
                  <a:pt x="43200" y="21594"/>
                </a:lnTo>
                <a:cubicBezTo>
                  <a:pt x="43200" y="33524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24"/>
                  <a:pt x="0" y="21594"/>
                </a:cubicBezTo>
                <a:lnTo>
                  <a:pt x="0" y="21594"/>
                </a:lnTo>
                <a:cubicBezTo>
                  <a:pt x="0" y="9675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33531791" name="Shape 1139"/>
          <p:cNvSpPr>
            <a:spLocks noChangeArrowheads="1" noGrp="1"/>
          </p:cNvSpPr>
          <p:nvPr userDrawn="1"/>
        </p:nvSpPr>
        <p:spPr bwMode="auto">
          <a:xfrm>
            <a:off x="1648462" y="4729109"/>
            <a:ext cx="755507" cy="56812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33" y="0"/>
                  <a:pt x="43200" y="9668"/>
                  <a:pt x="43200" y="21593"/>
                </a:cubicBezTo>
                <a:lnTo>
                  <a:pt x="43200" y="21593"/>
                </a:lnTo>
                <a:cubicBezTo>
                  <a:pt x="43200" y="33519"/>
                  <a:pt x="33533" y="43200"/>
                  <a:pt x="21608" y="43200"/>
                </a:cubicBezTo>
                <a:lnTo>
                  <a:pt x="21608" y="43200"/>
                </a:lnTo>
                <a:cubicBezTo>
                  <a:pt x="9682" y="43200"/>
                  <a:pt x="0" y="33519"/>
                  <a:pt x="0" y="21593"/>
                </a:cubicBezTo>
                <a:lnTo>
                  <a:pt x="0" y="21593"/>
                </a:lnTo>
                <a:cubicBezTo>
                  <a:pt x="0" y="9668"/>
                  <a:pt x="9682" y="0"/>
                  <a:pt x="21608" y="0"/>
                </a:cubicBezTo>
                <a:close/>
              </a:path>
            </a:pathLst>
          </a:custGeom>
          <a:solidFill>
            <a:srgbClr val="FFFFFF">
              <a:alpha val="24705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26752210" name="Shape 1140"/>
          <p:cNvSpPr>
            <a:spLocks noChangeArrowheads="1" noGrp="1"/>
          </p:cNvSpPr>
          <p:nvPr userDrawn="1"/>
        </p:nvSpPr>
        <p:spPr bwMode="auto">
          <a:xfrm>
            <a:off x="1506501" y="5387076"/>
            <a:ext cx="753250" cy="56637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7" y="0"/>
                </a:moveTo>
                <a:lnTo>
                  <a:pt x="21607" y="0"/>
                </a:lnTo>
                <a:cubicBezTo>
                  <a:pt x="33536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26"/>
                  <a:pt x="33536" y="43200"/>
                  <a:pt x="21607" y="43200"/>
                </a:cubicBezTo>
                <a:lnTo>
                  <a:pt x="21607" y="43200"/>
                </a:lnTo>
                <a:cubicBezTo>
                  <a:pt x="9679" y="43200"/>
                  <a:pt x="0" y="33526"/>
                  <a:pt x="0" y="21599"/>
                </a:cubicBezTo>
                <a:lnTo>
                  <a:pt x="0" y="21599"/>
                </a:lnTo>
                <a:cubicBezTo>
                  <a:pt x="0" y="9673"/>
                  <a:pt x="9679" y="0"/>
                  <a:pt x="21607" y="0"/>
                </a:cubicBezTo>
                <a:close/>
              </a:path>
            </a:pathLst>
          </a:custGeom>
          <a:solidFill>
            <a:srgbClr val="FFFFFF">
              <a:alpha val="3254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97570182" name="Shape 1141"/>
          <p:cNvSpPr>
            <a:spLocks noChangeArrowheads="1" noGrp="1"/>
          </p:cNvSpPr>
          <p:nvPr userDrawn="1"/>
        </p:nvSpPr>
        <p:spPr bwMode="auto">
          <a:xfrm>
            <a:off x="2370101" y="5855034"/>
            <a:ext cx="893513" cy="67193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4"/>
                  <a:pt x="43200" y="21605"/>
                </a:cubicBezTo>
                <a:lnTo>
                  <a:pt x="43200" y="21605"/>
                </a:lnTo>
                <a:cubicBezTo>
                  <a:pt x="43200" y="33535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35"/>
                  <a:pt x="0" y="21605"/>
                </a:cubicBezTo>
                <a:lnTo>
                  <a:pt x="0" y="21605"/>
                </a:lnTo>
                <a:cubicBezTo>
                  <a:pt x="0" y="9674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058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16657446" name="Shape 1142"/>
          <p:cNvSpPr>
            <a:spLocks noChangeArrowheads="1" noGrp="1"/>
          </p:cNvSpPr>
          <p:nvPr userDrawn="1"/>
        </p:nvSpPr>
        <p:spPr bwMode="auto">
          <a:xfrm>
            <a:off x="2241977" y="6244482"/>
            <a:ext cx="688339" cy="51780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1" y="0"/>
                </a:moveTo>
                <a:lnTo>
                  <a:pt x="21591" y="0"/>
                </a:lnTo>
                <a:cubicBezTo>
                  <a:pt x="33528" y="0"/>
                  <a:pt x="43198" y="9667"/>
                  <a:pt x="43198" y="21600"/>
                </a:cubicBezTo>
                <a:lnTo>
                  <a:pt x="43198" y="21600"/>
                </a:lnTo>
                <a:cubicBezTo>
                  <a:pt x="43198" y="33519"/>
                  <a:pt x="33528" y="43200"/>
                  <a:pt x="21591" y="43200"/>
                </a:cubicBezTo>
                <a:lnTo>
                  <a:pt x="21591" y="43200"/>
                </a:lnTo>
                <a:cubicBezTo>
                  <a:pt x="9670" y="43200"/>
                  <a:pt x="0" y="33519"/>
                  <a:pt x="0" y="21600"/>
                </a:cubicBezTo>
                <a:lnTo>
                  <a:pt x="0" y="21600"/>
                </a:lnTo>
                <a:cubicBezTo>
                  <a:pt x="0" y="9667"/>
                  <a:pt x="9670" y="0"/>
                  <a:pt x="21591" y="0"/>
                </a:cubicBezTo>
                <a:close/>
              </a:path>
            </a:pathLst>
          </a:custGeom>
          <a:solidFill>
            <a:srgbClr val="FFFFFF">
              <a:alpha val="3097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355789787" name="Shape 1143"/>
          <p:cNvSpPr>
            <a:spLocks noChangeArrowheads="1" noGrp="1"/>
          </p:cNvSpPr>
          <p:nvPr userDrawn="1"/>
        </p:nvSpPr>
        <p:spPr bwMode="auto">
          <a:xfrm>
            <a:off x="3596920" y="5964721"/>
            <a:ext cx="726439" cy="5462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0"/>
                </a:moveTo>
                <a:lnTo>
                  <a:pt x="21599" y="0"/>
                </a:lnTo>
                <a:cubicBezTo>
                  <a:pt x="33531" y="0"/>
                  <a:pt x="43200" y="9666"/>
                  <a:pt x="43200" y="21605"/>
                </a:cubicBezTo>
                <a:lnTo>
                  <a:pt x="43200" y="21605"/>
                </a:lnTo>
                <a:cubicBezTo>
                  <a:pt x="43200" y="33533"/>
                  <a:pt x="33531" y="43200"/>
                  <a:pt x="21599" y="43200"/>
                </a:cubicBezTo>
                <a:lnTo>
                  <a:pt x="21599" y="43200"/>
                </a:lnTo>
                <a:cubicBezTo>
                  <a:pt x="9666" y="43200"/>
                  <a:pt x="0" y="33533"/>
                  <a:pt x="0" y="21605"/>
                </a:cubicBezTo>
                <a:lnTo>
                  <a:pt x="0" y="21605"/>
                </a:lnTo>
                <a:cubicBezTo>
                  <a:pt x="0" y="9666"/>
                  <a:pt x="9666" y="0"/>
                  <a:pt x="21599" y="0"/>
                </a:cubicBezTo>
                <a:close/>
              </a:path>
            </a:pathLst>
          </a:custGeom>
          <a:solidFill>
            <a:srgbClr val="FFFFFF">
              <a:alpha val="6745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51297016" name="Shape 1144"/>
          <p:cNvSpPr>
            <a:spLocks noChangeArrowheads="1" noGrp="1"/>
          </p:cNvSpPr>
          <p:nvPr userDrawn="1"/>
        </p:nvSpPr>
        <p:spPr bwMode="auto">
          <a:xfrm>
            <a:off x="3037843" y="5578669"/>
            <a:ext cx="977899" cy="73527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6" y="0"/>
                </a:moveTo>
                <a:lnTo>
                  <a:pt x="21606" y="0"/>
                </a:lnTo>
                <a:cubicBezTo>
                  <a:pt x="33524" y="0"/>
                  <a:pt x="43200" y="9671"/>
                  <a:pt x="43200" y="21599"/>
                </a:cubicBezTo>
                <a:lnTo>
                  <a:pt x="43200" y="21599"/>
                </a:lnTo>
                <a:cubicBezTo>
                  <a:pt x="43200" y="33528"/>
                  <a:pt x="33524" y="43200"/>
                  <a:pt x="21606" y="43200"/>
                </a:cubicBezTo>
                <a:lnTo>
                  <a:pt x="21606" y="43200"/>
                </a:lnTo>
                <a:cubicBezTo>
                  <a:pt x="9674" y="43200"/>
                  <a:pt x="0" y="33528"/>
                  <a:pt x="0" y="21599"/>
                </a:cubicBezTo>
                <a:lnTo>
                  <a:pt x="0" y="21599"/>
                </a:lnTo>
                <a:cubicBezTo>
                  <a:pt x="0" y="9671"/>
                  <a:pt x="9674" y="0"/>
                  <a:pt x="21606" y="0"/>
                </a:cubicBezTo>
                <a:close/>
              </a:path>
            </a:pathLst>
          </a:custGeom>
          <a:solidFill>
            <a:srgbClr val="FFFFFF">
              <a:alpha val="31372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08250464" name="Shape 1147"/>
          <p:cNvSpPr>
            <a:spLocks noChangeArrowheads="1" noGrp="1"/>
          </p:cNvSpPr>
          <p:nvPr userDrawn="1"/>
        </p:nvSpPr>
        <p:spPr bwMode="auto">
          <a:xfrm>
            <a:off x="2609712" y="36827"/>
            <a:ext cx="752403" cy="56589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0" y="0"/>
                </a:moveTo>
                <a:lnTo>
                  <a:pt x="21600" y="0"/>
                </a:lnTo>
                <a:cubicBezTo>
                  <a:pt x="33541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41" y="43200"/>
                  <a:pt x="21600" y="43200"/>
                </a:cubicBezTo>
                <a:lnTo>
                  <a:pt x="21600" y="43200"/>
                </a:lnTo>
                <a:cubicBezTo>
                  <a:pt x="9673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3" y="0"/>
                  <a:pt x="21600" y="0"/>
                </a:cubicBezTo>
                <a:close/>
              </a:path>
            </a:pathLst>
          </a:custGeom>
          <a:solidFill>
            <a:srgbClr val="FFFFFF">
              <a:alpha val="14509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3657222" name="Shape 1148"/>
          <p:cNvSpPr>
            <a:spLocks noChangeArrowheads="1" noGrp="1"/>
          </p:cNvSpPr>
          <p:nvPr userDrawn="1"/>
        </p:nvSpPr>
        <p:spPr bwMode="auto">
          <a:xfrm>
            <a:off x="2272174" y="35715"/>
            <a:ext cx="748734" cy="563041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08" y="0"/>
                </a:moveTo>
                <a:lnTo>
                  <a:pt x="21608" y="0"/>
                </a:lnTo>
                <a:cubicBezTo>
                  <a:pt x="33527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27" y="43200"/>
                  <a:pt x="21608" y="43200"/>
                </a:cubicBezTo>
                <a:lnTo>
                  <a:pt x="21608" y="43200"/>
                </a:lnTo>
                <a:cubicBezTo>
                  <a:pt x="9672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2" y="0"/>
                  <a:pt x="21608" y="0"/>
                </a:cubicBezTo>
                <a:close/>
              </a:path>
            </a:pathLst>
          </a:custGeom>
          <a:solidFill>
            <a:srgbClr val="FFFFFF">
              <a:alpha val="16470"/>
            </a:srgb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21035842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99253" y="1600203"/>
            <a:ext cx="10577333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184457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15413" y="6356353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7184183-74E9-4393-9769-E1D9236041BE}" type="datetimeFigureOut">
              <a:rPr/>
              <a:t>22.10.2013</a:t>
            </a:fld>
            <a:endParaRPr/>
          </a:p>
        </p:txBody>
      </p:sp>
      <p:sp>
        <p:nvSpPr>
          <p:cNvPr id="102597158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3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9256722" name="Title 1"/>
          <p:cNvSpPr>
            <a:spLocks noGrp="1"/>
          </p:cNvSpPr>
          <p:nvPr>
            <p:ph type="title"/>
          </p:nvPr>
        </p:nvSpPr>
        <p:spPr bwMode="auto">
          <a:xfrm>
            <a:off x="787829" y="274638"/>
            <a:ext cx="1058875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8687056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592277" y="6356353"/>
            <a:ext cx="278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A530004-958A-4E15-9840-E9741BECB0F3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 b="1">
          <a:solidFill>
            <a:schemeClr val="accent6">
              <a:lumMod val="50000"/>
            </a:schemeClr>
          </a:solidFill>
          <a:latin typeface="+mj-lt"/>
          <a:ea typeface="+mj-ea"/>
          <a:cs typeface="Arial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401603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700819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541778" name="Title 1"/>
          <p:cNvSpPr>
            <a:spLocks noGrp="1"/>
          </p:cNvSpPr>
          <p:nvPr>
            <p:ph type="title"/>
          </p:nvPr>
        </p:nvSpPr>
        <p:spPr bwMode="auto">
          <a:xfrm>
            <a:off x="1250207" y="274638"/>
            <a:ext cx="10588757" cy="1143000"/>
          </a:xfrm>
        </p:spPr>
        <p:txBody>
          <a:bodyPr/>
          <a:lstStyle/>
          <a:p>
            <a:pPr>
              <a:defRPr/>
            </a:pPr>
            <a:r>
              <a:rPr lang="de-DE"/>
              <a:t>Business Perspective</a:t>
            </a:r>
            <a:endParaRPr/>
          </a:p>
        </p:txBody>
      </p:sp>
      <p:sp>
        <p:nvSpPr>
          <p:cNvPr id="497581219" name="Content Placeholder 2"/>
          <p:cNvSpPr>
            <a:spLocks noGrp="1"/>
          </p:cNvSpPr>
          <p:nvPr>
            <p:ph idx="1"/>
          </p:nvPr>
        </p:nvSpPr>
        <p:spPr bwMode="auto">
          <a:xfrm rot="0" flipH="0" flipV="0">
            <a:off x="3657600" y="1600200"/>
            <a:ext cx="8229600" cy="4572000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lang="de-DE" sz="1600"/>
              <a:t>Imagine we are a travel agency helping our customers find the right accomodation for their trips.</a:t>
            </a:r>
            <a:endParaRPr lang="de-DE" sz="1600"/>
          </a:p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lang="de-DE" sz="1600"/>
              <a:t>In our case, we focus on Muslim travelers planning their journey to Makkah — what we call the Umrah trip.</a:t>
            </a:r>
            <a:endParaRPr lang="de-DE" sz="1600"/>
          </a:p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lang="de-DE" sz="1600"/>
              <a:t>Our role is to guide them in choosing the right hotel — not just based on current prices, but across different time options.</a:t>
            </a:r>
            <a:endParaRPr lang="de-DE" sz="1600"/>
          </a:p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lang="de-DE" sz="1600"/>
              <a:t>To do that, we need to provide clear visibility on both price and availability, so they can decide when would be the best time for them to travel.</a:t>
            </a:r>
            <a:endParaRPr lang="de-DE" sz="1600"/>
          </a:p>
        </p:txBody>
      </p:sp>
      <p:sp>
        <p:nvSpPr>
          <p:cNvPr id="1060352246" name=""/>
          <p:cNvSpPr/>
          <p:nvPr/>
        </p:nvSpPr>
        <p:spPr bwMode="auto">
          <a:xfrm flipH="1" flipV="0">
            <a:off x="-710277" y="0"/>
            <a:ext cx="3614961" cy="6861698"/>
          </a:xfrm>
          <a:prstGeom prst="flowChartInputOutput">
            <a:avLst/>
          </a:prstGeom>
          <a:solidFill>
            <a:srgbClr val="76B6E4">
              <a:alpha val="70000"/>
            </a:srgbClr>
          </a:solidFill>
          <a:ln w="12699" cap="flat" cmpd="sng" algn="ctr">
            <a:solidFill>
              <a:schemeClr val="accent1">
                <a:lumMod val="50196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71836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172863" y="320875"/>
            <a:ext cx="3755638" cy="1143000"/>
          </a:xfrm>
          <a:prstGeom prst="flowChartManualInput">
            <a:avLst/>
          </a:prstGeom>
          <a:solidFill>
            <a:srgbClr val="76B6E4">
              <a:alpha val="70000"/>
            </a:srgbClr>
          </a:solidFill>
          <a:ln w="1269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/>
          <a:lstStyle/>
          <a:p>
            <a:pPr>
              <a:defRPr/>
            </a:pPr>
            <a:r>
              <a:rPr lang="de-DE" sz="2800"/>
              <a:t>Problem</a:t>
            </a:r>
            <a:endParaRPr sz="2800"/>
          </a:p>
        </p:txBody>
      </p:sp>
      <p:sp>
        <p:nvSpPr>
          <p:cNvPr id="1583415638" name=""/>
          <p:cNvSpPr/>
          <p:nvPr/>
        </p:nvSpPr>
        <p:spPr bwMode="auto">
          <a:xfrm flipH="1" flipV="0">
            <a:off x="-710276" y="0"/>
            <a:ext cx="3614960" cy="6861698"/>
          </a:xfrm>
          <a:prstGeom prst="flowChartInputOutput">
            <a:avLst/>
          </a:prstGeom>
          <a:solidFill>
            <a:srgbClr val="76B6E4">
              <a:alpha val="70000"/>
            </a:srgbClr>
          </a:solidFill>
          <a:ln w="12699" cap="flat" cmpd="sng" algn="ctr">
            <a:solidFill>
              <a:schemeClr val="accent1">
                <a:lumMod val="50196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71401690" name="Content Placeholder 2"/>
          <p:cNvSpPr>
            <a:spLocks noGrp="1"/>
          </p:cNvSpPr>
          <p:nvPr>
            <p:ph idx="1"/>
          </p:nvPr>
        </p:nvSpPr>
        <p:spPr bwMode="auto">
          <a:xfrm rot="0" flipH="0" flipV="0">
            <a:off x="3172863" y="1463875"/>
            <a:ext cx="3755638" cy="4572000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14999"/>
              </a:lnSpc>
              <a:defRPr/>
            </a:pPr>
            <a:endParaRPr lang="de-DE" sz="1600"/>
          </a:p>
          <a:p>
            <a:pPr>
              <a:lnSpc>
                <a:spcPct val="114999"/>
              </a:lnSpc>
              <a:defRPr/>
            </a:pPr>
            <a:endParaRPr lang="de-DE" sz="1600"/>
          </a:p>
          <a:p>
            <a:pPr>
              <a:lnSpc>
                <a:spcPct val="114999"/>
              </a:lnSpc>
              <a:defRPr/>
            </a:pPr>
            <a:r>
              <a:rPr lang="de-DE" sz="1600"/>
              <a:t>Hotel prices in Makkah fluctuate daily</a:t>
            </a:r>
            <a:endParaRPr lang="de-DE" sz="1600"/>
          </a:p>
          <a:p>
            <a:pPr>
              <a:lnSpc>
                <a:spcPct val="114999"/>
              </a:lnSpc>
              <a:defRPr/>
            </a:pPr>
            <a:r>
              <a:rPr lang="de-DE" sz="1600"/>
              <a:t>Customers often miss better deals or overpay due to limited visibility</a:t>
            </a:r>
            <a:endParaRPr lang="de-DE" sz="1600"/>
          </a:p>
          <a:p>
            <a:pPr>
              <a:lnSpc>
                <a:spcPct val="114999"/>
              </a:lnSpc>
              <a:defRPr/>
            </a:pPr>
            <a:r>
              <a:rPr lang="de-DE" sz="1600"/>
              <a:t>We as travel agency might fail to profit, or fail to optimize the packages</a:t>
            </a:r>
            <a:endParaRPr lang="de-DE" sz="1600"/>
          </a:p>
        </p:txBody>
      </p:sp>
      <p:sp>
        <p:nvSpPr>
          <p:cNvPr id="69542872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828689" y="320875"/>
            <a:ext cx="3755638" cy="1143000"/>
          </a:xfrm>
          <a:prstGeom prst="flowChartManualInput">
            <a:avLst/>
          </a:prstGeom>
          <a:solidFill>
            <a:srgbClr val="76B6E4">
              <a:alpha val="70000"/>
            </a:srgbClr>
          </a:solidFill>
          <a:ln w="1269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/>
          <a:lstStyle/>
          <a:p>
            <a:pPr>
              <a:defRPr/>
            </a:pPr>
            <a:r>
              <a:rPr lang="de-DE" sz="2800"/>
              <a:t>Approach</a:t>
            </a:r>
            <a:endParaRPr sz="2800"/>
          </a:p>
        </p:txBody>
      </p:sp>
      <p:sp>
        <p:nvSpPr>
          <p:cNvPr id="1161027305" name="Content Placeholder 2"/>
          <p:cNvSpPr>
            <a:spLocks noGrp="1"/>
          </p:cNvSpPr>
          <p:nvPr>
            <p:ph idx="1"/>
          </p:nvPr>
        </p:nvSpPr>
        <p:spPr bwMode="auto">
          <a:xfrm rot="0" flipH="0" flipV="0">
            <a:off x="7828689" y="1463875"/>
            <a:ext cx="3755638" cy="4572000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14999"/>
              </a:lnSpc>
              <a:defRPr/>
            </a:pPr>
            <a:endParaRPr lang="de-DE" sz="1600"/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endParaRPr lang="de-DE" sz="1600"/>
          </a:p>
          <a:p>
            <a:pPr marL="182880" lvl="0" indent="0" algn="l">
              <a:lnSpc>
                <a:spcPct val="114999"/>
              </a:lnSpc>
              <a:buFont typeface="Arial"/>
              <a:buNone/>
              <a:defRPr/>
            </a:pPr>
            <a:r>
              <a:rPr lang="de-DE" sz="1600"/>
              <a:t>We built an automated data pipeline that collects hotel price and availability data daily and delivers insights through a dashboard.</a:t>
            </a:r>
            <a:endParaRPr lang="de-DE" sz="1600"/>
          </a:p>
          <a:p>
            <a:pPr marL="182880" lvl="0" indent="0" algn="l">
              <a:lnSpc>
                <a:spcPct val="114999"/>
              </a:lnSpc>
              <a:buFont typeface="Arial"/>
              <a:buNone/>
              <a:defRPr/>
            </a:pPr>
            <a:endParaRPr sz="1600"/>
          </a:p>
          <a:p>
            <a:pPr marL="182880" lvl="0" indent="0" algn="l">
              <a:lnSpc>
                <a:spcPct val="114999"/>
              </a:lnSpc>
              <a:buFont typeface="Arial"/>
              <a:buNone/>
              <a:defRPr/>
            </a:pPr>
            <a:r>
              <a:rPr lang="de-DE" sz="1600"/>
              <a:t>Users can</a:t>
            </a:r>
            <a:endParaRPr lang="de-DE" sz="1600"/>
          </a:p>
          <a:p>
            <a:pPr lvl="0" algn="l">
              <a:lnSpc>
                <a:spcPct val="114999"/>
              </a:lnSpc>
              <a:buFont typeface="Arial"/>
              <a:buChar char="–"/>
              <a:defRPr/>
            </a:pPr>
            <a:r>
              <a:rPr lang="de-DE" sz="1600"/>
              <a:t>Compare prices across hotel classes</a:t>
            </a:r>
            <a:endParaRPr lang="de-DE" sz="1600"/>
          </a:p>
          <a:p>
            <a:pPr lvl="0" algn="l">
              <a:lnSpc>
                <a:spcPct val="114999"/>
              </a:lnSpc>
              <a:buFont typeface="Arial"/>
              <a:buChar char="–"/>
              <a:defRPr/>
            </a:pPr>
            <a:r>
              <a:rPr lang="de-DE" sz="1600"/>
              <a:t>Identify optimal booking timing</a:t>
            </a:r>
            <a:endParaRPr lang="de-DE" sz="1600"/>
          </a:p>
          <a:p>
            <a:pPr lvl="0" algn="l">
              <a:lnSpc>
                <a:spcPct val="114999"/>
              </a:lnSpc>
              <a:buFont typeface="Arial"/>
              <a:buChar char="–"/>
              <a:defRPr/>
            </a:pPr>
            <a:r>
              <a:rPr lang="de-DE" sz="1600"/>
              <a:t>Track availability trends</a:t>
            </a:r>
            <a:endParaRPr lang="de-DE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8551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932427" y="274637"/>
            <a:ext cx="8185226" cy="1143000"/>
          </a:xfrm>
        </p:spPr>
        <p:txBody>
          <a:bodyPr/>
          <a:lstStyle/>
          <a:p>
            <a:pPr>
              <a:defRPr/>
            </a:pPr>
            <a:r>
              <a:rPr lang="de-DE"/>
              <a:t>Project‘s Impacts</a:t>
            </a:r>
            <a:endParaRPr/>
          </a:p>
        </p:txBody>
      </p:sp>
      <p:sp>
        <p:nvSpPr>
          <p:cNvPr id="690417162" name=""/>
          <p:cNvSpPr/>
          <p:nvPr/>
        </p:nvSpPr>
        <p:spPr bwMode="auto">
          <a:xfrm flipH="1" flipV="0">
            <a:off x="-710276" y="0"/>
            <a:ext cx="3614960" cy="6861698"/>
          </a:xfrm>
          <a:prstGeom prst="flowChartInputOutput">
            <a:avLst/>
          </a:prstGeom>
          <a:solidFill>
            <a:srgbClr val="76B6E4">
              <a:alpha val="70000"/>
            </a:srgbClr>
          </a:solidFill>
          <a:ln w="12699" cap="flat" cmpd="sng" algn="ctr">
            <a:solidFill>
              <a:schemeClr val="accent1">
                <a:lumMod val="50196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2142454852" name="Table 2142454852"/>
          <p:cNvGraphicFramePr>
            <a:graphicFrameLocks xmlns:a="http://schemas.openxmlformats.org/drawingml/2006/main"/>
          </p:cNvGraphicFramePr>
          <p:nvPr/>
        </p:nvGraphicFramePr>
        <p:xfrm>
          <a:off x="2977318" y="1610379"/>
          <a:ext cx="8138160" cy="195706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322025"/>
                <a:gridCol w="3809784"/>
              </a:tblGrid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2000" b="0">
                          <a:solidFill>
                            <a:srgbClr val="134163"/>
                          </a:solidFill>
                        </a:rPr>
                        <a:t>For customers</a:t>
                      </a:r>
                      <a:endParaRPr sz="2000" b="0">
                        <a:solidFill>
                          <a:srgbClr val="134163"/>
                        </a:solidFill>
                      </a:endParaRPr>
                    </a:p>
                  </a:txBody>
                  <a:tcPr marL="182880" marR="91440" marT="45720" marB="45720">
                    <a:lnL w="6349" algn="ctr">
                      <a:solidFill>
                        <a:schemeClr val="accent6">
                          <a:lumMod val="50000"/>
                        </a:schemeClr>
                      </a:solidFill>
                    </a:lnL>
                    <a:lnR w="6349" algn="ctr">
                      <a:solidFill>
                        <a:schemeClr val="accent6">
                          <a:lumMod val="50000"/>
                        </a:schemeClr>
                      </a:solidFill>
                    </a:lnR>
                    <a:lnT w="6349" algn="ctr">
                      <a:solidFill>
                        <a:schemeClr val="accent6">
                          <a:lumMod val="50000"/>
                        </a:schemeClr>
                      </a:solidFill>
                    </a:lnT>
                    <a:lnB w="6349" algn="ctr">
                      <a:solidFill>
                        <a:schemeClr val="accent6">
                          <a:lumMod val="50000"/>
                        </a:schemeClr>
                      </a:solidFill>
                    </a:lnB>
                    <a:solidFill>
                      <a:srgbClr val="9AC9E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2000" b="0">
                          <a:solidFill>
                            <a:srgbClr val="134163"/>
                          </a:solidFill>
                        </a:rPr>
                        <a:t>For us travel agency</a:t>
                      </a:r>
                      <a:endParaRPr sz="2000" b="0">
                        <a:solidFill>
                          <a:srgbClr val="134163"/>
                        </a:solidFill>
                      </a:endParaRPr>
                    </a:p>
                  </a:txBody>
                  <a:tcPr marL="182880" marR="91440" marT="45720" marB="45720">
                    <a:lnL w="6349" algn="ctr">
                      <a:solidFill>
                        <a:schemeClr val="accent6">
                          <a:lumMod val="50000"/>
                        </a:schemeClr>
                      </a:solidFill>
                    </a:lnL>
                    <a:lnR w="6349" algn="ctr">
                      <a:solidFill>
                        <a:schemeClr val="accent6">
                          <a:lumMod val="50000"/>
                        </a:schemeClr>
                      </a:solidFill>
                    </a:lnR>
                    <a:lnT w="6349" algn="ctr">
                      <a:solidFill>
                        <a:schemeClr val="accent6">
                          <a:lumMod val="50000"/>
                        </a:schemeClr>
                      </a:solidFill>
                    </a:lnT>
                    <a:lnB w="6349" algn="ctr">
                      <a:solidFill>
                        <a:schemeClr val="accent6">
                          <a:lumMod val="50000"/>
                        </a:schemeClr>
                      </a:solidFill>
                    </a:lnB>
                    <a:solidFill>
                      <a:srgbClr val="9AC9EB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283879" indent="-283879">
                        <a:buFont typeface="Arial"/>
                        <a:buChar char="–"/>
                        <a:defRPr/>
                      </a:pPr>
                      <a:endParaRPr sz="1600"/>
                    </a:p>
                    <a:p>
                      <a:pPr marL="261850" indent="-261850">
                        <a:buFont typeface="Arial"/>
                        <a:buChar char="•"/>
                        <a:defRPr/>
                      </a:pPr>
                      <a:r>
                        <a:rPr lang="de-DE" sz="1600">
                          <a:solidFill>
                            <a:srgbClr val="134163"/>
                          </a:solidFill>
                        </a:rPr>
                        <a:t>Make informed decisions based on real data</a:t>
                      </a:r>
                      <a:endParaRPr sz="1600">
                        <a:solidFill>
                          <a:srgbClr val="134163"/>
                        </a:solidFill>
                      </a:endParaRPr>
                    </a:p>
                    <a:p>
                      <a:pPr marL="261850" indent="-261850">
                        <a:buFont typeface="Arial"/>
                        <a:buChar char="•"/>
                        <a:defRPr/>
                      </a:pPr>
                      <a:r>
                        <a:rPr lang="de-DE" sz="1600">
                          <a:solidFill>
                            <a:srgbClr val="134163"/>
                          </a:solidFill>
                        </a:rPr>
                        <a:t>Find better timing for booking</a:t>
                      </a:r>
                      <a:endParaRPr sz="1600">
                        <a:solidFill>
                          <a:srgbClr val="134163"/>
                        </a:solidFill>
                      </a:endParaRPr>
                    </a:p>
                    <a:p>
                      <a:pPr marL="261850" indent="-261850">
                        <a:buFont typeface="Arial"/>
                        <a:buChar char="•"/>
                        <a:defRPr/>
                      </a:pPr>
                      <a:r>
                        <a:rPr lang="de-DE" sz="1600">
                          <a:solidFill>
                            <a:srgbClr val="134163"/>
                          </a:solidFill>
                        </a:rPr>
                        <a:t>Avoid overpaying</a:t>
                      </a:r>
                      <a:endParaRPr lang="de-DE" sz="1600"/>
                    </a:p>
                    <a:p>
                      <a:pPr>
                        <a:defRPr/>
                      </a:pPr>
                      <a:endParaRPr lang="de-DE" sz="1600"/>
                    </a:p>
                  </a:txBody>
                  <a:tcPr marL="182880" marR="91440" marT="45720" marB="45720">
                    <a:lnL w="6349" algn="ctr">
                      <a:solidFill>
                        <a:schemeClr val="accent6">
                          <a:lumMod val="50000"/>
                        </a:schemeClr>
                      </a:solidFill>
                    </a:lnL>
                    <a:lnR w="6349" algn="ctr">
                      <a:solidFill>
                        <a:schemeClr val="accent6">
                          <a:lumMod val="50000"/>
                        </a:schemeClr>
                      </a:solidFill>
                    </a:lnR>
                    <a:lnT w="6349" algn="ctr">
                      <a:solidFill>
                        <a:schemeClr val="accent6">
                          <a:lumMod val="50000"/>
                        </a:schemeClr>
                      </a:solidFill>
                    </a:lnT>
                    <a:lnB w="6349" algn="ctr">
                      <a:solidFill>
                        <a:schemeClr val="accent6">
                          <a:lumMod val="5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283879" indent="-283879">
                        <a:buFont typeface="Arial"/>
                        <a:buChar char="–"/>
                        <a:defRPr/>
                      </a:pPr>
                      <a:endParaRPr sz="1600"/>
                    </a:p>
                    <a:p>
                      <a:pPr marL="261850" indent="-261850">
                        <a:buFont typeface="Arial"/>
                        <a:buChar char="•"/>
                        <a:defRPr/>
                      </a:pPr>
                      <a:r>
                        <a:rPr lang="de-DE" sz="1600">
                          <a:solidFill>
                            <a:srgbClr val="134163"/>
                          </a:solidFill>
                        </a:rPr>
                        <a:t>Reduce manual research</a:t>
                      </a:r>
                      <a:endParaRPr sz="1600">
                        <a:solidFill>
                          <a:srgbClr val="134163"/>
                        </a:solidFill>
                      </a:endParaRPr>
                    </a:p>
                    <a:p>
                      <a:pPr marL="261850" indent="-261850">
                        <a:buFont typeface="Arial"/>
                        <a:buChar char="•"/>
                        <a:defRPr/>
                      </a:pPr>
                      <a:r>
                        <a:rPr lang="de-DE" sz="1600">
                          <a:solidFill>
                            <a:srgbClr val="134163"/>
                          </a:solidFill>
                        </a:rPr>
                        <a:t>Improve pricing strategy</a:t>
                      </a:r>
                      <a:endParaRPr sz="1600">
                        <a:solidFill>
                          <a:srgbClr val="134163"/>
                        </a:solidFill>
                      </a:endParaRPr>
                    </a:p>
                    <a:p>
                      <a:pPr marL="261850" indent="-261850">
                        <a:buFont typeface="Arial"/>
                        <a:buChar char="•"/>
                        <a:defRPr/>
                      </a:pPr>
                      <a:r>
                        <a:rPr lang="de-DE" sz="1600">
                          <a:solidFill>
                            <a:srgbClr val="134163"/>
                          </a:solidFill>
                        </a:rPr>
                        <a:t>Deliver better, data-driven recommendations</a:t>
                      </a:r>
                      <a:endParaRPr sz="1600"/>
                    </a:p>
                  </a:txBody>
                  <a:tcPr marL="182880" marR="91440" marT="45720" marB="45720">
                    <a:lnL w="6349" algn="ctr">
                      <a:solidFill>
                        <a:schemeClr val="accent6">
                          <a:lumMod val="50000"/>
                        </a:schemeClr>
                      </a:solidFill>
                    </a:lnL>
                    <a:lnR w="6349" algn="ctr">
                      <a:solidFill>
                        <a:schemeClr val="accent6">
                          <a:lumMod val="50000"/>
                        </a:schemeClr>
                      </a:solidFill>
                    </a:lnR>
                    <a:lnT w="6349" algn="ctr">
                      <a:solidFill>
                        <a:schemeClr val="accent6">
                          <a:lumMod val="50000"/>
                        </a:schemeClr>
                      </a:solidFill>
                    </a:lnT>
                    <a:lnB w="6349" algn="ctr">
                      <a:solidFill>
                        <a:schemeClr val="accent6">
                          <a:lumMod val="50000"/>
                        </a:scheme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5182167" name="Content Placeholder 2"/>
          <p:cNvSpPr>
            <a:spLocks noGrp="1"/>
          </p:cNvSpPr>
          <p:nvPr>
            <p:ph idx="1"/>
          </p:nvPr>
        </p:nvSpPr>
        <p:spPr bwMode="auto">
          <a:xfrm rot="0" flipH="0" flipV="0">
            <a:off x="4614139" y="4155126"/>
            <a:ext cx="6014270" cy="157430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lang="de-DE" sz="1800"/>
              <a:t>Sample Insights:</a:t>
            </a:r>
            <a:endParaRPr lang="de-DE" sz="1400"/>
          </a:p>
          <a:p>
            <a:pPr>
              <a:lnSpc>
                <a:spcPct val="150000"/>
              </a:lnSpc>
              <a:buFont typeface="Arial"/>
              <a:buChar char="–"/>
              <a:defRPr/>
            </a:pPr>
            <a:r>
              <a:rPr lang="de-DE" sz="1600" i="1"/>
              <a:t>4-stars can be cheaper than 3-stars (if last minute)</a:t>
            </a:r>
            <a:endParaRPr lang="de-DE" sz="1600" i="1"/>
          </a:p>
          <a:p>
            <a:pPr>
              <a:lnSpc>
                <a:spcPct val="150000"/>
              </a:lnSpc>
              <a:buFont typeface="Arial"/>
              <a:buChar char="–"/>
              <a:defRPr/>
            </a:pPr>
            <a:r>
              <a:rPr lang="de-DE" sz="1600" i="1"/>
              <a:t>Prices can rise up to 20 times higher during peak seasons</a:t>
            </a:r>
            <a:endParaRPr lang="de-DE"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56567" name="Title 1"/>
          <p:cNvSpPr>
            <a:spLocks noGrp="1"/>
          </p:cNvSpPr>
          <p:nvPr>
            <p:ph type="title"/>
          </p:nvPr>
        </p:nvSpPr>
        <p:spPr bwMode="auto">
          <a:xfrm>
            <a:off x="1250207" y="274638"/>
            <a:ext cx="10588757" cy="11430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lnSpc>
                <a:spcPct val="114999"/>
              </a:lnSpc>
              <a:defRPr/>
            </a:pPr>
            <a:r>
              <a:rPr lang="de-DE"/>
              <a:t>Pipeline‘s workflow</a:t>
            </a:r>
            <a:r>
              <a:rPr lang="de-DE"/>
              <a:t>:</a:t>
            </a:r>
            <a:br>
              <a:rPr lang="de-DE"/>
            </a:br>
            <a:r>
              <a:rPr lang="de-DE" sz="1800"/>
              <a:t>From raw data to actionable insights — automatically, every day, real-time</a:t>
            </a:r>
            <a:endParaRPr/>
          </a:p>
        </p:txBody>
      </p:sp>
      <p:sp>
        <p:nvSpPr>
          <p:cNvPr id="1494211904" name=""/>
          <p:cNvSpPr/>
          <p:nvPr/>
        </p:nvSpPr>
        <p:spPr bwMode="auto">
          <a:xfrm flipH="1" flipV="0">
            <a:off x="-710276" y="0"/>
            <a:ext cx="3614960" cy="6861698"/>
          </a:xfrm>
          <a:prstGeom prst="flowChartInputOutput">
            <a:avLst/>
          </a:prstGeom>
          <a:solidFill>
            <a:srgbClr val="76B6E4">
              <a:alpha val="70000"/>
            </a:srgbClr>
          </a:solidFill>
          <a:ln w="12699" cap="flat" cmpd="sng" algn="ctr">
            <a:solidFill>
              <a:schemeClr val="accent1">
                <a:lumMod val="50196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1856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Was noch fehlt</a:t>
            </a:r>
            <a:endParaRPr/>
          </a:p>
        </p:txBody>
      </p:sp>
      <p:sp>
        <p:nvSpPr>
          <p:cNvPr id="109955982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Architecture diagram</a:t>
            </a:r>
            <a:endParaRPr lang="de-DE"/>
          </a:p>
          <a:p>
            <a:pPr>
              <a:defRPr/>
            </a:pPr>
            <a:r>
              <a:rPr lang="de-DE"/>
              <a:t>Project screenshot (airflow, docker? Scraping? Video?)</a:t>
            </a:r>
            <a:endParaRPr lang="de-DE"/>
          </a:p>
          <a:p>
            <a:pPr>
              <a:defRPr/>
            </a:pPr>
            <a:r>
              <a:rPr lang="de-DE"/>
              <a:t>Cost analysis (can also be free)</a:t>
            </a:r>
            <a:endParaRPr lang="de-DE"/>
          </a:p>
          <a:p>
            <a:pPr>
              <a:defRPr/>
            </a:pPr>
            <a:r>
              <a:rPr lang="de-DE"/>
              <a:t>Future scope</a:t>
            </a: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ial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Official">
        <a:dk1>
          <a:srgbClr val="000000"/>
        </a:dk1>
        <a:lt1>
          <a:srgbClr val="FFFFFF"/>
        </a:lt1>
        <a:dk2>
          <a:srgbClr val="434342"/>
        </a:dk2>
        <a:lt2>
          <a:srgbClr val="CDD7D9"/>
        </a:lt2>
        <a:accent1>
          <a:srgbClr val="797B7E"/>
        </a:accent1>
        <a:accent2>
          <a:srgbClr val="F96A1B"/>
        </a:accent2>
        <a:accent3>
          <a:srgbClr val="08A1D9"/>
        </a:accent3>
        <a:accent4>
          <a:srgbClr val="7C984A"/>
        </a:accent4>
        <a:accent5>
          <a:srgbClr val="C2AD8D"/>
        </a:accent5>
        <a:accent6>
          <a:srgbClr val="506E94"/>
        </a:accent6>
        <a:hlink>
          <a:srgbClr val="5F5F5F"/>
        </a:hlink>
        <a:folHlink>
          <a:srgbClr val="969696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ONLYOFFICE/8.3.3.21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2026-03-19T12:47:17Z</dcterms:modified>
</cp:coreProperties>
</file>